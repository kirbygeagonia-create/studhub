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— studhub: students can't find resources across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StudHub Solution Overview — Chat + Catalog + Routing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StudHub Solution Overview cont. — Reputation + 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Laravel 11 + Reverb + MySQL + Redis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1 — Per-Program Chat: real-time rooms, @mentions, file attachments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2 — Resource Catalog: subject-tagged, searchable, watermarked PDFs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3 — Request Routing Engine: weighted scoring across 5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Innovation — historicalFulfillmentRate: self-improving routing feedback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— School-scoped reports, karma system, audit log with message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Results — BSIT x BSCE x BSBA-MM, one semester at SEAIT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Lessons Learned — what worked, what to change in 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StudHub</a:t>
            </a:r>
          </a:p>
          <a:p>
            <a:pPr algn="ctr"/>
            <a:r>
              <a:rPr sz="2800" b="0">
                <a:solidFill>
                  <a:srgbClr val="FFCCCC"/>
                </a:solidFill>
                <a:latin typeface="Calibri"/>
              </a:rPr>
              <a:t>Cross-Program Academic Resource Exchange for SEAIT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[Student Name]  |  South East Asian Institute of Technology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When a BSCE student needs a Data Structures reviewer that a BSIT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student already has, the current workflow is: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1.  Post in a random Facebook group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2.  Scroll Messenger chat history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3.  Give up and re-make the reviewer from scratch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No directory of who has what.  No cross-program discovery.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No signal for the institution.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StudHub —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Per-Program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Real-time rooms per program &amp; year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@display_name mentions + notifications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File attachments (25 MB, MIME-validated)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Suspended users blocked at HTTP + WS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Resource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Subject-tagged entries across all programs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Full-text search + shelves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PDF upload with per-user watermarking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Program-only or school-wide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StudHub — Solution Overview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Request Routing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Cross-program request matching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Weighted scoring: curriculum + resources + history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historicalFulfillmentRate() feedback loop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Auto-notifies top users in qualifying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Reputation +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Karma: upload +5, fulfill +2, report confirmed -5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Badge tiers: Bronze / Silver / Gold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Report system across messages, resources, users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Audit log with message snapshot before hide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Laravel 11 + Livewire 3 + Alpine.js + Tailwind CSS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Laravel Reverb (WebSocket) for real-time messaging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MySQL 8 (single-tenant) | Redis (queues + pub/sub)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PDF watermarking via FPDI (pure PHP, no Imagick required)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Pest 3 testing | PHPStan Level 6 | Pint PSR-12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GitHub Actions CI: Pint → PHPStan → Pest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Key Feature #1 — Per-Program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Room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Auto-provisioned on program seed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Per-program rooms + per-year sub-channels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Program-scope enforced at HTTP + WebSocket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Year-level access control (Y3 can't see Y1 room)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@Mentions +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@display_name parsed in message body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Email notification sent immediately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Deduplicated mentions (one notification per user)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MIME-validated file attachments (25 MB limit)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Key Feature #2 — Resource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Upload +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Subject-tagged (not program-tagged)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Course code + year taken metadata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MySQL FULLTEXT search across title + description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Filter by subject, type, program, year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Shelves + PDF Watermarking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Save/bookmark resources to personal shelf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Per-user PDF watermark at download time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Watermark: 'Downloaded by {name} on {date}'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Thumbnail preview for PDF resources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Key Feature #3 — Request Routing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Score per program:  score(p,s) = w_edge×weight + w_resource×resCount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                         + w_history×fulfillmentRate + w_proximity×yearBonus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                         + w_urgency×urgencyMult − penalty_self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Default weights: w_edge=0.40  |  w_resource=0.25  |  w_history=0.20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               w_proximity=0.10  |  w_urgency=0.05  |  penalty=0.05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PROGRAM_THRESHOLD = 0.35  (below which programs are not notified)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CHAT_THRESHOLD = 0.65     (above which rooms get a cross-post)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Key Innovation — historicalFulfillmentRate()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Fulfillment rate per program-subject pair, updated on every accepted offer: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accepted_count(program, subject)  ÷  total_offers(program, subject)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New programs with no history get neutral rate of 0.5.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Programs with high acceptance rate get boosted in future routing.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This creates a feedback loop: the more a program fulfills requests,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the more routing weight it receives, driving more fulfilling users to help.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Moderation &amp; Reputation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Moderation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School-scoped Report global scope (F17)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Reports for messages, resources, users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Moderator program dashboard (SQL-filtered)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Admin dashboard with sign-up + activity metrics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Suspended users blocked from HTTP + WebSocket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63946"/>
                </a:solidFill>
                <a:latin typeface="Calibri"/>
              </a:rPr>
              <a:t>Karma + Badges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Upload: +5  |  Accept offer: +3  |  Fulfill: +2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Report confirmed: -5  |  Resource archived: -3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Bronze badge: 25 karma  |  Silver: 75  |  Gold: 150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Leaderboard by program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212121"/>
                </a:solidFill>
                <a:latin typeface="Calibri"/>
              </a:rPr>
              <a:t>• Atomic karma increment (F9 — no race conditions)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Pilot Results — [Semester TBD]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[To be populated after pilot completion — placeholders below]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Target programs:  BSIT  ×  BSCE  ×  BSBA-MM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Confirmed invitees:  ~30 students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Resources uploaded target:  ≥ 100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Cross-program fulfillments target:  ≥ 50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Median request → match time target:  &lt; 24 hours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Pilot to run one full semester at SEAIT, Tupi, South Cotabato.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[To be populated after pilot — sample structure below]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What worked: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Per-program chat rooms created natural engagement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Subject tagging made cross-program discovery feel natural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Karma incentives drove early uploads from power users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What we would change: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Add resource version history earlier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Invest more in onboarding UX before pilot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212121"/>
                </a:solidFill>
                <a:latin typeface="Calibri"/>
              </a:rPr>
              <a:t>  • Seed more sample resources before first student invite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Questions &amp; Answers</a:t>
            </a:r>
          </a:p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600" b="0">
                <a:solidFill>
                  <a:srgbClr val="FFCCCC"/>
                </a:solidFill>
                <a:latin typeface="Calibri"/>
              </a:rPr>
              <a:t>Thank you for your time.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C757D"/>
                </a:solidFill>
                <a:latin typeface="Calibri"/>
              </a:rPr>
              <a:t>StudHub — SEAIT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